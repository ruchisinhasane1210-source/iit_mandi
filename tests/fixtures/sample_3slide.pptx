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Remind students about zero-based indexing.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diagram on slide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geometric series convergence.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8: Binary Heaps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Array-backed complete binary trees and heap operations.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Heap Property and Sift-Down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 at floor((i-1)/2), children at 2i+1 and 2i+2.</a:t>
            </a:r>
          </a:p>
          <a:p>
            <a:r>
              <a:t>Heapify restores the invariant.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Time 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Bottom-up heapify achieves O(n) construction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